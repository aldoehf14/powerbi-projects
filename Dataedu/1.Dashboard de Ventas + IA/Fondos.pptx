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dier Atehortua" userId="ad6c1b6c-8055-4641-b1c1-438caaecfe4e" providerId="ADAL" clId="{DCED279C-FE9D-442E-BF58-619ED4B06A75}"/>
    <pc:docChg chg="delSld modSld">
      <pc:chgData name="Didier Atehortua" userId="ad6c1b6c-8055-4641-b1c1-438caaecfe4e" providerId="ADAL" clId="{DCED279C-FE9D-442E-BF58-619ED4B06A75}" dt="2025-10-21T13:46:06.925" v="1" actId="47"/>
      <pc:docMkLst>
        <pc:docMk/>
      </pc:docMkLst>
      <pc:sldChg chg="del">
        <pc:chgData name="Didier Atehortua" userId="ad6c1b6c-8055-4641-b1c1-438caaecfe4e" providerId="ADAL" clId="{DCED279C-FE9D-442E-BF58-619ED4B06A75}" dt="2025-10-21T13:46:06.925" v="1" actId="47"/>
        <pc:sldMkLst>
          <pc:docMk/>
          <pc:sldMk cId="512053451" sldId="256"/>
        </pc:sldMkLst>
      </pc:sldChg>
      <pc:sldChg chg="modSp mod">
        <pc:chgData name="Didier Atehortua" userId="ad6c1b6c-8055-4641-b1c1-438caaecfe4e" providerId="ADAL" clId="{DCED279C-FE9D-442E-BF58-619ED4B06A75}" dt="2025-10-21T13:30:28.453" v="0" actId="1076"/>
        <pc:sldMkLst>
          <pc:docMk/>
          <pc:sldMk cId="3168034099" sldId="257"/>
        </pc:sldMkLst>
        <pc:spChg chg="mod">
          <ac:chgData name="Didier Atehortua" userId="ad6c1b6c-8055-4641-b1c1-438caaecfe4e" providerId="ADAL" clId="{DCED279C-FE9D-442E-BF58-619ED4B06A75}" dt="2025-10-21T13:30:28.453" v="0" actId="1076"/>
          <ac:spMkLst>
            <pc:docMk/>
            <pc:sldMk cId="3168034099" sldId="257"/>
            <ac:spMk id="2" creationId="{BDE51180-753F-B578-C453-6112638498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25789-874B-0B37-131C-C21A07902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89140A-2291-375D-4F9D-1F5E23F62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1DBACC-8DBD-1E83-DAF0-71F90B16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E001B1-6A44-E816-359E-A0E83A7EC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0BD4E6-1482-4B07-DE19-F8BE42BC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892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43338-70C3-8305-7CEB-4576D1ED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17B9E3-AE2D-605A-726B-1BB8994EF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0AE4EB-0984-F7D9-2BAC-4F28595F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02A514-6D3E-7DC3-7021-C36637FE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BA4730-889C-07C2-6512-CEFEA6E3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099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382F0-65FA-138B-866C-77378120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780C7A-968A-1979-661E-0308BA022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9E8B06-8460-B5F4-9649-4AB14A30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09DFF-C04A-AA43-D72F-0038A164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F793D2-1F3A-3EAE-F59D-AA3A6F28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600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42E50-AF7E-0091-041F-BAE79918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04A321-AF54-9FA0-FA4E-75E5D8F2B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74CEBA-41DC-8033-9C2A-BF445894C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95E098-71F9-F32E-86ED-6BC28D15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AABBD1-BC0F-E0B0-5238-E40E5AF3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CF3592-F6C4-954F-F30D-CFF2F212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018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7FC02-73EA-F8E2-E917-0F31240E4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77876F-79A0-4AD8-0265-C089B67CD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7ED1F2-4251-0A42-B87A-FAA2C68EA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AF34C8-5E2C-9926-44AA-F59DBD34C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9A9033-5370-A756-3EDA-093DF5657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915826-B491-85F4-B2E4-EF29A04E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90423DE-DB1D-F2D2-FCF3-9A145988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F5708C-F242-EEB0-34AF-3F6A6F17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522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48909-CA50-A42E-4331-944C4C58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9EE069-CA48-CCC1-2660-4A56A886C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12A215-2840-F2F3-153E-9011D5E59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5C4D73-1AC3-EDDD-E859-25C6E272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071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598FA5-755C-4A93-7ED5-71CC5BCC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BFF700-2925-C7A9-93BB-01D8A1829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8104D2-E79A-6CD1-6F3F-470D8835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482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B68CF-5A71-BEF8-72EA-3F426000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D8F962-6406-16D2-4AFE-1661D138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AEF3F7-F923-5D52-F73A-54CCAB8F4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21948C-0D6A-0CD0-6A28-1D0A614C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5EA7AF-E31A-BD7E-5655-4FB9CF53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C4CD17-6FF0-D274-E017-5175D57C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214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2D1B3-1B8F-00B1-CB5B-AA2C5535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EBBCC16-5C6C-9959-5B2B-F78B7AFA1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EA16B0-E79B-B0B9-AA4F-734E06F87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0477C-4DDE-98F4-63C8-97F68C57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9BCE14-F61A-BDFB-6569-6FB136B1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4DF2B7-0764-5B0C-7E46-11800257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1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ABD7-DDF0-633A-A819-E3791E60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B53742-C478-37DF-4724-A0E114FAA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39130D-D747-612B-A034-5D85401D0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79338B-6CA0-1EE3-BCCB-FAE1604A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BDD23-E8D7-D8CE-1F8E-657D282D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451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102E24-9B1E-3306-C945-F53C7A97E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9D95B5-5A29-B8AB-1873-1B557BB6C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7F4AE-E437-D38E-BE96-6189A678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7AF97A-EA9D-87B6-B1D2-E18C7705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CFA0D-9879-B477-F60E-1EBB4B36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838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F40A3B-64D1-C7BD-79BC-77FC4D4C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E621E7-11CB-517D-0655-C31B4516B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4F37E-827D-3E85-98B4-D477EF0BD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969C0-4106-4533-91E8-DAF34E5AF3D8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5EE8CD-9140-4A2F-8A3A-262D0A0B0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1585E9-F3FA-7566-2083-81A6959B8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E0B49-FF56-4387-8728-EAED8BF970F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632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chemeClr val="lt1">
                <a:shade val="30000"/>
                <a:satMod val="115000"/>
                <a:lumMod val="13000"/>
              </a:schemeClr>
            </a:gs>
            <a:gs pos="1000">
              <a:schemeClr val="tx1">
                <a:lumMod val="50000"/>
                <a:lumOff val="50000"/>
              </a:schemeClr>
            </a:gs>
            <a:gs pos="52000">
              <a:schemeClr val="tx1">
                <a:lumMod val="85000"/>
                <a:lumOff val="15000"/>
              </a:schemeClr>
            </a:gs>
          </a:gsLst>
          <a:lin ang="15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185C02F-1E0A-7CC6-A2EE-9BE8BED6BDBA}"/>
              </a:ext>
            </a:extLst>
          </p:cNvPr>
          <p:cNvSpPr/>
          <p:nvPr/>
        </p:nvSpPr>
        <p:spPr>
          <a:xfrm>
            <a:off x="73890" y="942108"/>
            <a:ext cx="4396509" cy="1874982"/>
          </a:xfrm>
          <a:prstGeom prst="roundRect">
            <a:avLst/>
          </a:prstGeom>
          <a:gradFill>
            <a:gsLst>
              <a:gs pos="1000">
                <a:srgbClr val="5E5E5E"/>
              </a:gs>
              <a:gs pos="54000">
                <a:schemeClr val="bg2">
                  <a:lumMod val="25000"/>
                  <a:alpha val="79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66000">
                <a:schemeClr val="tx1">
                  <a:lumMod val="85000"/>
                  <a:lumOff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C8F7FCA-FDAB-00DB-631A-6AF1AB651ADB}"/>
              </a:ext>
            </a:extLst>
          </p:cNvPr>
          <p:cNvSpPr/>
          <p:nvPr/>
        </p:nvSpPr>
        <p:spPr>
          <a:xfrm>
            <a:off x="73889" y="2932545"/>
            <a:ext cx="4396509" cy="1874982"/>
          </a:xfrm>
          <a:prstGeom prst="roundRect">
            <a:avLst/>
          </a:prstGeom>
          <a:gradFill>
            <a:gsLst>
              <a:gs pos="1000">
                <a:srgbClr val="5E5E5E"/>
              </a:gs>
              <a:gs pos="54000">
                <a:schemeClr val="bg2">
                  <a:lumMod val="25000"/>
                  <a:alpha val="79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66000">
                <a:schemeClr val="tx1">
                  <a:lumMod val="85000"/>
                  <a:lumOff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DA269EB-7716-845D-B712-630765B735A5}"/>
              </a:ext>
            </a:extLst>
          </p:cNvPr>
          <p:cNvSpPr/>
          <p:nvPr/>
        </p:nvSpPr>
        <p:spPr>
          <a:xfrm>
            <a:off x="73889" y="4922982"/>
            <a:ext cx="4396509" cy="1874982"/>
          </a:xfrm>
          <a:prstGeom prst="roundRect">
            <a:avLst/>
          </a:prstGeom>
          <a:gradFill>
            <a:gsLst>
              <a:gs pos="1000">
                <a:srgbClr val="5E5E5E"/>
              </a:gs>
              <a:gs pos="54000">
                <a:schemeClr val="bg2">
                  <a:lumMod val="25000"/>
                  <a:alpha val="79000"/>
                </a:schemeClr>
              </a:gs>
              <a:gs pos="6000">
                <a:schemeClr val="tx1">
                  <a:lumMod val="50000"/>
                  <a:lumOff val="50000"/>
                </a:schemeClr>
              </a:gs>
              <a:gs pos="66000">
                <a:schemeClr val="tx1">
                  <a:lumMod val="85000"/>
                  <a:lumOff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C0D33CF-D327-30D8-5430-B341D86D4442}"/>
              </a:ext>
            </a:extLst>
          </p:cNvPr>
          <p:cNvSpPr/>
          <p:nvPr/>
        </p:nvSpPr>
        <p:spPr>
          <a:xfrm>
            <a:off x="4562762" y="872834"/>
            <a:ext cx="3574473" cy="2013530"/>
          </a:xfrm>
          <a:prstGeom prst="roundRect">
            <a:avLst/>
          </a:prstGeom>
          <a:gradFill>
            <a:gsLst>
              <a:gs pos="54000">
                <a:schemeClr val="bg2">
                  <a:lumMod val="25000"/>
                  <a:alpha val="79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56000">
                <a:schemeClr val="tx1">
                  <a:lumMod val="85000"/>
                  <a:lumOff val="1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3B27D17-D741-6BA0-58AF-7DD326905304}"/>
              </a:ext>
            </a:extLst>
          </p:cNvPr>
          <p:cNvSpPr/>
          <p:nvPr/>
        </p:nvSpPr>
        <p:spPr>
          <a:xfrm>
            <a:off x="4562762" y="3004126"/>
            <a:ext cx="3574473" cy="3837711"/>
          </a:xfrm>
          <a:prstGeom prst="roundRect">
            <a:avLst/>
          </a:prstGeom>
          <a:gradFill>
            <a:gsLst>
              <a:gs pos="58000">
                <a:schemeClr val="bg2">
                  <a:lumMod val="25000"/>
                  <a:alpha val="79000"/>
                </a:schemeClr>
              </a:gs>
              <a:gs pos="0">
                <a:schemeClr val="bg2">
                  <a:lumMod val="50000"/>
                </a:schemeClr>
              </a:gs>
              <a:gs pos="46000">
                <a:schemeClr val="tx1">
                  <a:lumMod val="85000"/>
                  <a:lumOff val="1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3ABABC3-2EDF-81FF-0594-3CC88A2168F9}"/>
              </a:ext>
            </a:extLst>
          </p:cNvPr>
          <p:cNvSpPr/>
          <p:nvPr/>
        </p:nvSpPr>
        <p:spPr>
          <a:xfrm>
            <a:off x="8211126" y="905162"/>
            <a:ext cx="3980873" cy="2918694"/>
          </a:xfrm>
          <a:prstGeom prst="roundRect">
            <a:avLst/>
          </a:prstGeom>
          <a:gradFill>
            <a:gsLst>
              <a:gs pos="66063">
                <a:srgbClr val="3B3838"/>
              </a:gs>
              <a:gs pos="73394">
                <a:schemeClr val="bg2">
                  <a:lumMod val="25000"/>
                  <a:alpha val="79000"/>
                </a:schemeClr>
              </a:gs>
              <a:gs pos="54000">
                <a:schemeClr val="bg2">
                  <a:lumMod val="25000"/>
                  <a:alpha val="79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39000">
                <a:schemeClr val="tx1">
                  <a:lumMod val="85000"/>
                  <a:lumOff val="1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DED4CDA-B1F4-B8DD-8048-52811264AAB7}"/>
              </a:ext>
            </a:extLst>
          </p:cNvPr>
          <p:cNvSpPr/>
          <p:nvPr/>
        </p:nvSpPr>
        <p:spPr>
          <a:xfrm>
            <a:off x="8229599" y="3923143"/>
            <a:ext cx="3980873" cy="2918694"/>
          </a:xfrm>
          <a:prstGeom prst="roundRect">
            <a:avLst/>
          </a:prstGeom>
          <a:gradFill>
            <a:gsLst>
              <a:gs pos="58000">
                <a:schemeClr val="bg2">
                  <a:lumMod val="25000"/>
                  <a:alpha val="79000"/>
                </a:schemeClr>
              </a:gs>
              <a:gs pos="0">
                <a:schemeClr val="bg2">
                  <a:lumMod val="50000"/>
                </a:schemeClr>
              </a:gs>
              <a:gs pos="46000">
                <a:schemeClr val="tx1">
                  <a:lumMod val="85000"/>
                  <a:lumOff val="1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DE51180-753F-B578-C453-61126384981C}"/>
              </a:ext>
            </a:extLst>
          </p:cNvPr>
          <p:cNvSpPr/>
          <p:nvPr/>
        </p:nvSpPr>
        <p:spPr>
          <a:xfrm>
            <a:off x="4814671" y="0"/>
            <a:ext cx="2562657" cy="738909"/>
          </a:xfrm>
          <a:prstGeom prst="roundRect">
            <a:avLst/>
          </a:prstGeom>
          <a:gradFill>
            <a:gsLst>
              <a:gs pos="1000">
                <a:srgbClr val="5E5E5E"/>
              </a:gs>
              <a:gs pos="54000">
                <a:schemeClr val="bg2">
                  <a:lumMod val="25000"/>
                  <a:alpha val="79000"/>
                </a:schemeClr>
              </a:gs>
              <a:gs pos="0">
                <a:schemeClr val="tx1">
                  <a:lumMod val="50000"/>
                  <a:lumOff val="50000"/>
                </a:schemeClr>
              </a:gs>
              <a:gs pos="66000">
                <a:schemeClr val="tx1">
                  <a:lumMod val="85000"/>
                  <a:lumOff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B05FCB9-E61F-BB4B-952C-8BB38779E16A}"/>
              </a:ext>
            </a:extLst>
          </p:cNvPr>
          <p:cNvSpPr txBox="1"/>
          <p:nvPr/>
        </p:nvSpPr>
        <p:spPr>
          <a:xfrm>
            <a:off x="138022" y="49064"/>
            <a:ext cx="2829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</a:rPr>
              <a:t>INFORME DE VENTAS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1F6DF0BB-BFE5-EAD9-6700-3305F49F2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425" y="-103311"/>
            <a:ext cx="1473685" cy="109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340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Yibson Atehortua Morales</dc:creator>
  <cp:lastModifiedBy>Didier Atehortua</cp:lastModifiedBy>
  <cp:revision>4</cp:revision>
  <dcterms:created xsi:type="dcterms:W3CDTF">2023-03-06T19:49:08Z</dcterms:created>
  <dcterms:modified xsi:type="dcterms:W3CDTF">2025-10-21T13:46:15Z</dcterms:modified>
</cp:coreProperties>
</file>